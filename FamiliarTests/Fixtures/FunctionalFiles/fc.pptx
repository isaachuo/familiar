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PROBE 16384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real presentation for import acceptance.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